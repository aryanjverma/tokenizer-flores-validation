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Same sentence. Different token bills.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772"/>
                </a:solidFill>
                <a:latin typeface="Calibri"/>
              </a:rPr>
              <a:t>Illustrative splits (not a real tokenizer) — fertility = how many pieces the text breaks into.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554480" cy="347472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417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The children are playing in the 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417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A9D8F"/>
                </a:solidFill>
                <a:latin typeface="Calibri"/>
              </a:rPr>
              <a:t>8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20"/>
            <a:ext cx="621792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1874520"/>
            <a:ext cx="1124712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children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1874520"/>
            <a:ext cx="621792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90672" y="1874520"/>
            <a:ext cx="1024128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playing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87952" y="1874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2311" y="1874520"/>
            <a:ext cx="621792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7255" y="1874520"/>
            <a:ext cx="722376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1874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60320"/>
            <a:ext cx="1554480" cy="347472"/>
          </a:xfrm>
          <a:prstGeom prst="roundRect">
            <a:avLst>
              <a:gd name="adj" fmla="val 30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Hindi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60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बच्चे पार्क में खेल रहे हैं।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560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06C4F"/>
                </a:solidFill>
                <a:latin typeface="Calibri"/>
              </a:rPr>
              <a:t>15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8992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च्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73351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चे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67710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पा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62069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र्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6428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32500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मे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6859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1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खे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97290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2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34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हे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793" y="3017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है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52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14224" y="3017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703320"/>
            <a:ext cx="1554480" cy="347472"/>
          </a:xfrm>
          <a:prstGeom prst="roundRect">
            <a:avLst>
              <a:gd name="adj" fmla="val 30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Hungarian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7033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A gyerekek a parkban játszanak.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703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9A82C"/>
                </a:solidFill>
                <a:latin typeface="Calibri"/>
              </a:rPr>
              <a:t>11 tokens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160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8992" y="4160520"/>
            <a:ext cx="722376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20" y="4160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79" y="4160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3238" y="4160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39310" y="4160520"/>
            <a:ext cx="722376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38" y="4160520"/>
            <a:ext cx="621792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9782" y="4160520"/>
            <a:ext cx="621792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ját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24726" y="4160520"/>
            <a:ext cx="521207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sz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5" y="4160520"/>
            <a:ext cx="722376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anak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14613" y="4160520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E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5989320"/>
            <a:ext cx="11338560" cy="64008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Takeaway: morphologically rich / non-Latin text often becomes many tiny tokens → higher cost, less context, worse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